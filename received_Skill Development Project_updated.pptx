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80" y="-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5824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6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21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6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87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38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89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39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62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1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58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0451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670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98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758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554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37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80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2889">
            <a:off x="-275769" y="611062"/>
            <a:ext cx="7772400" cy="1470025"/>
          </a:xfrm>
        </p:spPr>
        <p:txBody>
          <a:bodyPr>
            <a:normAutofit/>
          </a:bodyPr>
          <a:lstStyle/>
          <a:p>
            <a:r>
              <a:rPr lang="en-IN" sz="4000" u="sng" dirty="0"/>
              <a:t>Technical Support Knowledge Base</a:t>
            </a:r>
            <a:endParaRPr sz="40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760C9-F04B-4292-827D-6F0B8EB34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15" y="2184562"/>
            <a:ext cx="1714285" cy="21942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01D6A3-9F4C-438C-BA44-9ABEC597A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96627">
            <a:off x="990982" y="3895000"/>
            <a:ext cx="5238899" cy="25155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5BD655-33D1-4771-B8CA-FF5DF1AE0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18643">
            <a:off x="6059527" y="2571857"/>
            <a:ext cx="1714286" cy="1714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65641-9A4F-4075-AD8C-14AD26CEFC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985" y="886266"/>
            <a:ext cx="7796030" cy="4671200"/>
          </a:xfrm>
        </p:spPr>
        <p:txBody>
          <a:bodyPr>
            <a:normAutofit/>
          </a:bodyPr>
          <a:lstStyle/>
          <a:p>
            <a:pPr algn="l"/>
            <a:r>
              <a:rPr lang="en-IN" sz="2400" dirty="0">
                <a:solidFill>
                  <a:schemeClr val="tx1"/>
                </a:solidFill>
              </a:rPr>
              <a:t>Presented by:  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sz="2400" dirty="0">
                <a:solidFill>
                  <a:schemeClr val="tx1"/>
                </a:solidFill>
              </a:rPr>
              <a:t>Ananya S             4NI22CS027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sz="2400" dirty="0">
                <a:solidFill>
                  <a:schemeClr val="tx1"/>
                </a:solidFill>
              </a:rPr>
              <a:t>Anush                  4NI22CS028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sz="2400" dirty="0">
                <a:solidFill>
                  <a:schemeClr val="tx1"/>
                </a:solidFill>
              </a:rPr>
              <a:t>Anusha D            4NI22CS029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sz="2400" dirty="0" err="1">
                <a:solidFill>
                  <a:schemeClr val="tx1"/>
                </a:solidFill>
              </a:rPr>
              <a:t>Arunkumar</a:t>
            </a:r>
            <a:r>
              <a:rPr lang="en-IN" sz="2400" dirty="0">
                <a:solidFill>
                  <a:schemeClr val="tx1"/>
                </a:solidFill>
              </a:rPr>
              <a:t>        4NI22CS030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sz="2400" dirty="0">
                <a:solidFill>
                  <a:schemeClr val="tx1"/>
                </a:solidFill>
              </a:rPr>
              <a:t>B R </a:t>
            </a:r>
            <a:r>
              <a:rPr lang="en-IN" sz="2400" dirty="0" err="1">
                <a:solidFill>
                  <a:schemeClr val="tx1"/>
                </a:solidFill>
              </a:rPr>
              <a:t>Shreenaag</a:t>
            </a:r>
            <a:r>
              <a:rPr lang="en-IN" sz="2400" dirty="0">
                <a:solidFill>
                  <a:schemeClr val="tx1"/>
                </a:solidFill>
              </a:rPr>
              <a:t>    4NI22CS032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27271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system for the technical support team to quickly access troubleshooting steps.</a:t>
            </a:r>
          </a:p>
          <a:p>
            <a:r>
              <a:rPr dirty="0"/>
              <a:t> Built using </a:t>
            </a:r>
            <a:r>
              <a:rPr dirty="0" err="1"/>
              <a:t>FastAPI</a:t>
            </a:r>
            <a:r>
              <a:rPr dirty="0"/>
              <a:t> for high performance and scalability.</a:t>
            </a:r>
          </a:p>
          <a:p>
            <a:r>
              <a:rPr dirty="0"/>
              <a:t> Integrates an AI-powered API for dynamic troubleshooting.</a:t>
            </a:r>
          </a:p>
          <a:p>
            <a:r>
              <a:rPr dirty="0"/>
              <a:t> Uses Jinja2 for rendering web pages.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Tech Stack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FastAPI</a:t>
            </a:r>
            <a:r>
              <a:rPr dirty="0"/>
              <a:t> – API Framework</a:t>
            </a:r>
          </a:p>
          <a:p>
            <a:r>
              <a:rPr dirty="0"/>
              <a:t> Jinja2 – Template Rendering</a:t>
            </a:r>
          </a:p>
          <a:p>
            <a:r>
              <a:rPr dirty="0"/>
              <a:t> HTTPX – Asynchronous HTTP Requests</a:t>
            </a:r>
          </a:p>
          <a:p>
            <a:r>
              <a:rPr dirty="0"/>
              <a:t> </a:t>
            </a:r>
            <a:r>
              <a:rPr dirty="0" err="1"/>
              <a:t>Pydantic</a:t>
            </a:r>
            <a:r>
              <a:rPr dirty="0"/>
              <a:t> – Data Validation</a:t>
            </a:r>
          </a:p>
          <a:p>
            <a:r>
              <a:rPr dirty="0"/>
              <a:t> </a:t>
            </a:r>
            <a:r>
              <a:rPr dirty="0" err="1"/>
              <a:t>Uvicorn</a:t>
            </a:r>
            <a:r>
              <a:rPr dirty="0"/>
              <a:t> – ASGI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Frontend: HTML Templates with Jinja2</a:t>
            </a:r>
          </a:p>
          <a:p>
            <a:r>
              <a:rPr dirty="0"/>
              <a:t> Backend: </a:t>
            </a:r>
            <a:r>
              <a:rPr dirty="0" err="1"/>
              <a:t>FastAPI</a:t>
            </a:r>
            <a:r>
              <a:rPr dirty="0"/>
              <a:t> for API and logic</a:t>
            </a:r>
          </a:p>
          <a:p>
            <a:r>
              <a:rPr dirty="0"/>
              <a:t> External API: Calls troubleshooting AI for responses</a:t>
            </a:r>
          </a:p>
          <a:p>
            <a:r>
              <a:rPr dirty="0"/>
              <a:t> Static Files: CSS, JavaScript for UI styling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Home Page (`/`): Displays troubleshooting form</a:t>
            </a:r>
          </a:p>
          <a:p>
            <a:r>
              <a:rPr dirty="0"/>
              <a:t> Troubleshoot Endpoint (`/troubleshoot`): Accepts issues and returns solutions</a:t>
            </a:r>
          </a:p>
          <a:p>
            <a:r>
              <a:rPr dirty="0"/>
              <a:t> Available Models (`/models`): Lists AI models for troubleshooting</a:t>
            </a:r>
          </a:p>
          <a:p>
            <a:r>
              <a:rPr dirty="0"/>
              <a:t> Uses API key authentication for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API Integration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Uses `</a:t>
            </a:r>
            <a:r>
              <a:rPr dirty="0" err="1"/>
              <a:t>httpx.AsyncClient</a:t>
            </a:r>
            <a:r>
              <a:rPr dirty="0"/>
              <a:t>` for async API calls</a:t>
            </a:r>
          </a:p>
          <a:p>
            <a:r>
              <a:rPr dirty="0"/>
              <a:t> External API URL: `https://chat.ivislabs.in/</a:t>
            </a:r>
            <a:r>
              <a:rPr dirty="0" err="1"/>
              <a:t>api</a:t>
            </a:r>
            <a:r>
              <a:rPr dirty="0"/>
              <a:t>`</a:t>
            </a:r>
          </a:p>
          <a:p>
            <a:r>
              <a:rPr dirty="0"/>
              <a:t> Sends POST request to `/chat/completions`</a:t>
            </a:r>
          </a:p>
          <a:p>
            <a:r>
              <a:rPr dirty="0"/>
              <a:t> Uses API key authentication</a:t>
            </a:r>
          </a:p>
          <a:p>
            <a:r>
              <a:rPr dirty="0"/>
              <a:t> Retrieves AI-generated troubleshooting steps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Error Handling &amp;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dirty="0"/>
              <a:t>Uses try-except blocks for API request failures</a:t>
            </a:r>
          </a:p>
          <a:p>
            <a:r>
              <a:rPr dirty="0"/>
              <a:t> Handles invalid responses and timeout issues</a:t>
            </a:r>
          </a:p>
          <a:p>
            <a:r>
              <a:rPr dirty="0"/>
              <a:t> Returns meaningful error messages to users</a:t>
            </a:r>
          </a:p>
          <a:p>
            <a:r>
              <a:rPr dirty="0"/>
              <a:t> Ensures robust error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Running the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1. Install dependencies:</a:t>
            </a:r>
          </a:p>
          <a:p>
            <a:pPr marL="0" indent="0">
              <a:buNone/>
            </a:pPr>
            <a:r>
              <a:rPr dirty="0"/>
              <a:t>   `pip install </a:t>
            </a:r>
            <a:r>
              <a:rPr dirty="0" err="1"/>
              <a:t>fastapi</a:t>
            </a:r>
            <a:r>
              <a:rPr dirty="0"/>
              <a:t> </a:t>
            </a:r>
            <a:r>
              <a:rPr dirty="0" err="1"/>
              <a:t>uvicorn</a:t>
            </a:r>
            <a:r>
              <a:rPr dirty="0"/>
              <a:t> </a:t>
            </a:r>
            <a:r>
              <a:rPr dirty="0" err="1"/>
              <a:t>httpx</a:t>
            </a:r>
            <a:r>
              <a:rPr dirty="0"/>
              <a:t> jinja2 </a:t>
            </a:r>
            <a:r>
              <a:rPr dirty="0" err="1"/>
              <a:t>pydantic</a:t>
            </a:r>
            <a:r>
              <a:rPr dirty="0"/>
              <a:t>`</a:t>
            </a:r>
          </a:p>
          <a:p>
            <a:endParaRPr dirty="0"/>
          </a:p>
          <a:p>
            <a:r>
              <a:rPr dirty="0"/>
              <a:t>2. Run the </a:t>
            </a:r>
            <a:r>
              <a:rPr dirty="0" err="1"/>
              <a:t>FastAPI</a:t>
            </a:r>
            <a:r>
              <a:rPr dirty="0"/>
              <a:t> server:</a:t>
            </a:r>
          </a:p>
          <a:p>
            <a:pPr marL="0" indent="0">
              <a:buNone/>
            </a:pPr>
            <a:r>
              <a:rPr dirty="0"/>
              <a:t>   `</a:t>
            </a:r>
            <a:r>
              <a:rPr dirty="0" err="1"/>
              <a:t>uvicorn</a:t>
            </a:r>
            <a:r>
              <a:rPr dirty="0"/>
              <a:t> </a:t>
            </a:r>
            <a:r>
              <a:rPr dirty="0" err="1"/>
              <a:t>main:app</a:t>
            </a:r>
            <a:r>
              <a:rPr dirty="0"/>
              <a:t> --host 0.0.0.0 --port 8000 --</a:t>
            </a:r>
            <a:r>
              <a:rPr lang="en-GB" dirty="0"/>
              <a:t>       </a:t>
            </a:r>
            <a:r>
              <a:rPr dirty="0"/>
              <a:t>reload`</a:t>
            </a:r>
          </a:p>
          <a:p>
            <a:endParaRPr dirty="0"/>
          </a:p>
          <a:p>
            <a:r>
              <a:rPr dirty="0"/>
              <a:t>3. Access the web interface at `http://localhost:8000`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User Authentication for secure access</a:t>
            </a:r>
          </a:p>
          <a:p>
            <a:r>
              <a:rPr dirty="0"/>
              <a:t> Database Integration to store troubleshooting history</a:t>
            </a:r>
          </a:p>
          <a:p>
            <a:r>
              <a:rPr dirty="0"/>
              <a:t> Enhanced UI for better user experience</a:t>
            </a:r>
          </a:p>
          <a:p>
            <a:r>
              <a:rPr dirty="0"/>
              <a:t> Multi-language support for broader accessibility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FastAPI</a:t>
            </a:r>
            <a:r>
              <a:rPr dirty="0"/>
              <a:t> enables fast and scalable API development.</a:t>
            </a:r>
          </a:p>
          <a:p>
            <a:r>
              <a:rPr dirty="0"/>
              <a:t> AI-powered troubleshooting improves efficiency.</a:t>
            </a:r>
          </a:p>
          <a:p>
            <a:r>
              <a:rPr dirty="0"/>
              <a:t> Can be extended with more features and integrations.</a:t>
            </a:r>
          </a:p>
          <a:p>
            <a:r>
              <a:rPr dirty="0"/>
              <a:t> Provides a robust solution for tech support teams.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47</TotalTime>
  <Words>364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Impact</vt:lpstr>
      <vt:lpstr>Main Event</vt:lpstr>
      <vt:lpstr>Technical Support Knowledge Base</vt:lpstr>
      <vt:lpstr>PowerPoint Presentation</vt:lpstr>
      <vt:lpstr>Introduction</vt:lpstr>
      <vt:lpstr>Tech Stack Used</vt:lpstr>
      <vt:lpstr>Project Architecture</vt:lpstr>
      <vt:lpstr>Core Features</vt:lpstr>
      <vt:lpstr>API Integration Details</vt:lpstr>
      <vt:lpstr>Error Handling &amp; Exceptions</vt:lpstr>
      <vt:lpstr>Running the Application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Support Knowledge Base</dc:title>
  <dc:subject/>
  <dc:creator>Anush Phaneendra</dc:creator>
  <cp:keywords/>
  <dc:description>generated using python-pptx</dc:description>
  <cp:lastModifiedBy>DELL</cp:lastModifiedBy>
  <cp:revision>6</cp:revision>
  <dcterms:created xsi:type="dcterms:W3CDTF">2013-01-27T09:14:16Z</dcterms:created>
  <dcterms:modified xsi:type="dcterms:W3CDTF">2025-03-07T03:56:16Z</dcterms:modified>
  <cp:category/>
</cp:coreProperties>
</file>